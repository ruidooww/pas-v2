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{title}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{customerName}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{generatedAt}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0000"/>
                </a:solidFill>
              </a:rPr>
              <a:t>【V0 临时模板】{reviewNotice}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方案章节概览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{sectionsSummary}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引用来源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{citationsSummary}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假设与审核提示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{assumptionsSummary}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2026-07-02T14:11:34Z</dcterms:created>
  <dcterms:modified xsi:type="dcterms:W3CDTF">2026-07-02T14:11:34Z</dcterms:modified>
</cp:coreProperties>
</file>